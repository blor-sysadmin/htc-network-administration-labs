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61" r:id="rId7"/>
    <p:sldId id="272" r:id="rId8"/>
    <p:sldId id="263" r:id="rId9"/>
    <p:sldId id="273" r:id="rId10"/>
    <p:sldId id="274" r:id="rId11"/>
    <p:sldId id="275" r:id="rId12"/>
    <p:sldId id="276" r:id="rId13"/>
    <p:sldId id="277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>
      <p:cViewPr varScale="1">
        <p:scale>
          <a:sx n="159" d="100"/>
          <a:sy n="159" d="100"/>
        </p:scale>
        <p:origin x="306" y="13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4/15/2026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earn.microsoft.com/en-us/microsoftteam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Page Analysis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Microsoft teams learn web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4691B-8357-40C0-F67B-B92673B7145B}"/>
              </a:ext>
            </a:extLst>
          </p:cNvPr>
          <p:cNvSpPr txBox="1"/>
          <p:nvPr/>
        </p:nvSpPr>
        <p:spPr>
          <a:xfrm>
            <a:off x="1625176" y="5334000"/>
            <a:ext cx="2087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By: Blong Lor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https://learn.microsoft.com/en-us/microsoftteams/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7D0994-4533-67C8-6E92-FD3693363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012" y="2400253"/>
            <a:ext cx="5434612" cy="376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Audience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Microsoft Teams administrators</a:t>
            </a:r>
          </a:p>
          <a:p>
            <a:r>
              <a:rPr lang="en-US" dirty="0"/>
              <a:t>IT professionals</a:t>
            </a:r>
          </a:p>
          <a:p>
            <a:r>
              <a:rPr lang="en-US" dirty="0"/>
              <a:t>Developers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Secondary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Anyone seeking to learn how to use Microsoft Teams</a:t>
            </a: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641B-39B8-4349-4435-9C3730E10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3FDFC9-920F-1493-9B29-EE6C56A2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776509-E1ED-37AF-DA08-D75D9DC49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purpose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B60983-5819-F713-5B60-BC71EA338A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How to create Microsoft Teams</a:t>
            </a:r>
          </a:p>
          <a:p>
            <a:r>
              <a:rPr lang="en-US" dirty="0"/>
              <a:t>How to manage Teams</a:t>
            </a:r>
          </a:p>
          <a:p>
            <a:r>
              <a:rPr lang="en-US" dirty="0"/>
              <a:t>How to prepare users for Teams</a:t>
            </a:r>
          </a:p>
        </p:txBody>
      </p:sp>
    </p:spTree>
    <p:extLst>
      <p:ext uri="{BB962C8B-B14F-4D97-AF65-F5344CB8AC3E}">
        <p14:creationId xmlns:p14="http://schemas.microsoft.com/office/powerpoint/2010/main" val="1087297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C69FB-8F79-F3D1-2AC4-9A699C6DE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48" y="1347497"/>
            <a:ext cx="8259328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8ED02-FBA8-A1D0-A47B-2EAB4D8F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4CB840-CC07-A279-A635-993C7C3F4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4037"/>
            <a:ext cx="10360501" cy="1223963"/>
          </a:xfrm>
        </p:spPr>
        <p:txBody>
          <a:bodyPr/>
          <a:lstStyle/>
          <a:p>
            <a:r>
              <a:rPr lang="en-US" dirty="0"/>
              <a:t>Web Page Design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ECDE95A-EF3F-D265-8C29-79ECBB0A4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701800"/>
            <a:ext cx="5078677" cy="3454400"/>
          </a:xfrm>
        </p:spPr>
        <p:txBody>
          <a:bodyPr/>
          <a:lstStyle/>
          <a:p>
            <a:r>
              <a:rPr lang="en-US" dirty="0"/>
              <a:t>Top bar and hubs beneath</a:t>
            </a:r>
          </a:p>
          <a:p>
            <a:r>
              <a:rPr lang="en-US" dirty="0"/>
              <a:t>Good use of white space and good readability</a:t>
            </a:r>
          </a:p>
          <a:p>
            <a:r>
              <a:rPr lang="en-US" dirty="0"/>
              <a:t>Multiple levels of headings and dark, toned-down colors</a:t>
            </a:r>
          </a:p>
          <a:p>
            <a:r>
              <a:rPr lang="en-US" dirty="0"/>
              <a:t>Non-excessive use of headings</a:t>
            </a:r>
          </a:p>
          <a:p>
            <a:r>
              <a:rPr lang="en-US" dirty="0"/>
              <a:t>Use of listing without bullets and numbers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A459B-8AC0-451E-31A4-EA81D1FFF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812" y="0"/>
            <a:ext cx="6323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9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25598-4281-436F-A019-86241FFD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57B048-322A-FB21-CAFC-ED5137A27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228600"/>
            <a:ext cx="10360501" cy="1223963"/>
          </a:xfrm>
        </p:spPr>
        <p:txBody>
          <a:bodyPr/>
          <a:lstStyle/>
          <a:p>
            <a:r>
              <a:rPr lang="en-US" dirty="0"/>
              <a:t>Use of Visuals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F03B6E-19A3-4331-1F68-A814F32D7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8883" y="1371600"/>
            <a:ext cx="5082740" cy="914400"/>
          </a:xfrm>
        </p:spPr>
        <p:txBody>
          <a:bodyPr/>
          <a:lstStyle/>
          <a:p>
            <a:r>
              <a:rPr lang="en-US" dirty="0"/>
              <a:t>Non-excessive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E4B9F8-F481-EA92-D40D-1C3784857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2379413"/>
            <a:ext cx="4875529" cy="1048250"/>
          </a:xfrm>
        </p:spPr>
        <p:txBody>
          <a:bodyPr/>
          <a:lstStyle/>
          <a:p>
            <a:r>
              <a:rPr lang="en-US" dirty="0"/>
              <a:t>Intuitive</a:t>
            </a:r>
          </a:p>
          <a:p>
            <a:r>
              <a:rPr lang="en-US" dirty="0"/>
              <a:t>Not excessively large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54B651-6F38-00F6-BA83-09E67A15C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801" y="3766050"/>
            <a:ext cx="8221222" cy="2410161"/>
          </a:xfrm>
          <a:prstGeom prst="rect">
            <a:avLst/>
          </a:prstGeom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C55FB94-2310-8185-05FA-AD0B522DDF5E}"/>
              </a:ext>
            </a:extLst>
          </p:cNvPr>
          <p:cNvSpPr txBox="1">
            <a:spLocks/>
          </p:cNvSpPr>
          <p:nvPr/>
        </p:nvSpPr>
        <p:spPr>
          <a:xfrm>
            <a:off x="5329494" y="2379413"/>
            <a:ext cx="4875529" cy="1048250"/>
          </a:xfrm>
          <a:prstGeom prst="rect">
            <a:avLst/>
          </a:prstGeom>
        </p:spPr>
        <p:txBody>
          <a:bodyPr vert="horz" lIns="121899" tIns="60949" rIns="121899" bIns="60949" rtlCol="0">
            <a:no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Colors are easy on the eyes</a:t>
            </a:r>
          </a:p>
        </p:txBody>
      </p:sp>
    </p:spTree>
    <p:extLst>
      <p:ext uri="{BB962C8B-B14F-4D97-AF65-F5344CB8AC3E}">
        <p14:creationId xmlns:p14="http://schemas.microsoft.com/office/powerpoint/2010/main" val="537175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0E56F-0E0A-9FC8-5448-5D641D45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20DB214-02A7-CE51-B090-11D9AF7A1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Page Ethics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F93E326-599B-C200-C1E0-7C5741BAA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Footer with information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190A48-C49B-7BC1-B73E-A85BC8863C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Copyright Notice</a:t>
            </a:r>
          </a:p>
          <a:p>
            <a:r>
              <a:rPr lang="en-US" dirty="0"/>
              <a:t>Legal Disclaimers</a:t>
            </a:r>
          </a:p>
          <a:p>
            <a:r>
              <a:rPr lang="en-US" dirty="0"/>
              <a:t>Privacy Policy</a:t>
            </a:r>
          </a:p>
          <a:p>
            <a:r>
              <a:rPr lang="en-US" dirty="0"/>
              <a:t>Terms of Use</a:t>
            </a:r>
          </a:p>
          <a:p>
            <a:r>
              <a:rPr lang="en-US" dirty="0"/>
              <a:t>Contact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76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CF491-0862-29B6-D368-6830C7A17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70DBB8E-F828-AE3E-CBCF-C6E42701C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2529A6-79E7-9538-6305-D761A1397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10360500" cy="914400"/>
          </a:xfrm>
        </p:spPr>
        <p:txBody>
          <a:bodyPr/>
          <a:lstStyle/>
          <a:p>
            <a:r>
              <a:rPr lang="en-US" dirty="0"/>
              <a:t>Microsoft teams learn web page is a good example of a well-designed web page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86AB14-BE72-6D6C-23C0-597DE7345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9828529" cy="34544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Easy navigation for core audience</a:t>
            </a:r>
          </a:p>
          <a:p>
            <a:r>
              <a:rPr lang="en-US" dirty="0"/>
              <a:t>Good use of sequencing, white space, font, color, and highlighting techniques</a:t>
            </a:r>
          </a:p>
          <a:p>
            <a:r>
              <a:rPr lang="en-US" dirty="0"/>
              <a:t>Non-excessive visuals that are intuitive</a:t>
            </a:r>
          </a:p>
          <a:p>
            <a:r>
              <a:rPr lang="en-US" dirty="0"/>
              <a:t>Ethical with a proper footer at the bottom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671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DD1A1-01D3-6BC6-8C43-E46E164E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2058"/>
            <a:ext cx="10360501" cy="1223963"/>
          </a:xfrm>
        </p:spPr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79E1F-7C4A-CDD9-1AFE-9092DE26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8883" y="1067510"/>
            <a:ext cx="5082740" cy="914400"/>
          </a:xfrm>
        </p:spPr>
        <p:txBody>
          <a:bodyPr/>
          <a:lstStyle/>
          <a:p>
            <a:r>
              <a:rPr lang="en-US" dirty="0"/>
              <a:t>Course material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E6AC9-6B8F-3F26-3D4D-F0024F55A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2" y="1905000"/>
            <a:ext cx="10360501" cy="3454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Tebeaux</a:t>
            </a:r>
            <a:r>
              <a:rPr lang="en-US" dirty="0"/>
              <a:t>, Elizabeth, and Sam </a:t>
            </a:r>
            <a:r>
              <a:rPr lang="en-US" dirty="0" err="1"/>
              <a:t>Dragga</a:t>
            </a:r>
            <a:r>
              <a:rPr lang="en-US" dirty="0"/>
              <a:t>. </a:t>
            </a:r>
            <a:r>
              <a:rPr lang="en-US" i="1" dirty="0"/>
              <a:t>The Essentials of Technical 	Communication</a:t>
            </a:r>
            <a:r>
              <a:rPr lang="en-US" dirty="0"/>
              <a:t>. Available from: Insite, (5th Edition). Oxford 	University Press Academic US, 2020.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E362E5-4370-16AC-1D29-F1884E22D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18881" y="3175000"/>
            <a:ext cx="5082740" cy="914400"/>
          </a:xfrm>
        </p:spPr>
        <p:txBody>
          <a:bodyPr/>
          <a:lstStyle/>
          <a:p>
            <a:r>
              <a:rPr lang="en-US" dirty="0"/>
              <a:t>Web material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0EE37-8CD1-FA02-5B8F-CB08DF4AF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17292" y="4089400"/>
            <a:ext cx="9982520" cy="914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samanro</a:t>
            </a:r>
            <a:r>
              <a:rPr lang="en-US" dirty="0"/>
              <a:t>. “Microsoft Teams Admin Documentation - Microsoft 	Teams.” </a:t>
            </a:r>
            <a:r>
              <a:rPr lang="en-US" i="1" dirty="0"/>
              <a:t>Learn.microsoft.com</a:t>
            </a:r>
            <a:r>
              <a:rPr lang="en-US" dirty="0"/>
              <a:t>, learn.microsoft.com/</a:t>
            </a:r>
            <a:r>
              <a:rPr lang="en-US" dirty="0" err="1"/>
              <a:t>en</a:t>
            </a:r>
            <a:r>
              <a:rPr lang="en-US" dirty="0"/>
              <a:t>-	us/</a:t>
            </a:r>
            <a:r>
              <a:rPr lang="en-US" dirty="0" err="1"/>
              <a:t>microsoftteams</a:t>
            </a:r>
            <a:r>
              <a:rPr lang="en-US" dirty="0"/>
              <a:t>/.</a:t>
            </a:r>
          </a:p>
        </p:txBody>
      </p:sp>
    </p:spTree>
    <p:extLst>
      <p:ext uri="{BB962C8B-B14F-4D97-AF65-F5344CB8AC3E}">
        <p14:creationId xmlns:p14="http://schemas.microsoft.com/office/powerpoint/2010/main" val="263798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50</TotalTime>
  <Words>244</Words>
  <Application>Microsoft Office PowerPoint</Application>
  <PresentationFormat>Custom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Tech 16x9</vt:lpstr>
      <vt:lpstr>Web Page Analysis</vt:lpstr>
      <vt:lpstr>Introduction</vt:lpstr>
      <vt:lpstr>Audience</vt:lpstr>
      <vt:lpstr>Purpose</vt:lpstr>
      <vt:lpstr>PowerPoint Presentation</vt:lpstr>
      <vt:lpstr>Web Page Design</vt:lpstr>
      <vt:lpstr>Use of Visuals</vt:lpstr>
      <vt:lpstr>Web Page Ethics</vt:lpstr>
      <vt:lpstr>Conclusion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Lor, Blong</dc:creator>
  <cp:lastModifiedBy>Lor, Blong</cp:lastModifiedBy>
  <cp:revision>7</cp:revision>
  <dcterms:created xsi:type="dcterms:W3CDTF">2026-04-15T18:04:39Z</dcterms:created>
  <dcterms:modified xsi:type="dcterms:W3CDTF">2026-04-15T18:54:57Z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